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5" r:id="rId1"/>
  </p:sldMasterIdLst>
  <p:sldIdLst>
    <p:sldId id="257" r:id="rId2"/>
    <p:sldId id="261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9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78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26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7187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03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22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35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867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58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9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30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4DAD8-2F84-45A1-878B-9269420377BD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3E93ABC-C864-4FF3-80E8-C82D9E0318B9}" type="slidenum">
              <a:rPr lang="de-DE" smtClean="0"/>
              <a:t>‹Nr.›</a:t>
            </a:fld>
            <a:endParaRPr lang="de-DE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00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6" r:id="rId1"/>
    <p:sldLayoutId id="2147484297" r:id="rId2"/>
    <p:sldLayoutId id="2147484298" r:id="rId3"/>
    <p:sldLayoutId id="2147484299" r:id="rId4"/>
    <p:sldLayoutId id="2147484300" r:id="rId5"/>
    <p:sldLayoutId id="2147484301" r:id="rId6"/>
    <p:sldLayoutId id="2147484302" r:id="rId7"/>
    <p:sldLayoutId id="2147484303" r:id="rId8"/>
    <p:sldLayoutId id="2147484304" r:id="rId9"/>
    <p:sldLayoutId id="2147484305" r:id="rId10"/>
    <p:sldLayoutId id="21474843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333896" y="487681"/>
            <a:ext cx="8257903" cy="1615150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de-DE" dirty="0" smtClean="0"/>
              <a:t>Herzlich Willkommen Bei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807" y="2234619"/>
            <a:ext cx="3688080" cy="36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1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Personalkosten für einen Vollzeitangestellten</a:t>
            </a:r>
            <a:endParaRPr lang="de-DE" dirty="0"/>
          </a:p>
        </p:txBody>
      </p:sp>
      <p:graphicFrame>
        <p:nvGraphicFramePr>
          <p:cNvPr id="7" name="Inhaltsplatzhalt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880007"/>
              </p:ext>
            </p:extLst>
          </p:nvPr>
        </p:nvGraphicFramePr>
        <p:xfrm>
          <a:off x="889363" y="2499065"/>
          <a:ext cx="10413274" cy="1862780"/>
        </p:xfrm>
        <a:graphic>
          <a:graphicData uri="http://schemas.openxmlformats.org/drawingml/2006/table">
            <a:tbl>
              <a:tblPr/>
              <a:tblGrid>
                <a:gridCol w="1248375">
                  <a:extLst>
                    <a:ext uri="{9D8B030D-6E8A-4147-A177-3AD203B41FA5}">
                      <a16:colId xmlns:a16="http://schemas.microsoft.com/office/drawing/2014/main" val="1473649046"/>
                    </a:ext>
                  </a:extLst>
                </a:gridCol>
                <a:gridCol w="2466302">
                  <a:extLst>
                    <a:ext uri="{9D8B030D-6E8A-4147-A177-3AD203B41FA5}">
                      <a16:colId xmlns:a16="http://schemas.microsoft.com/office/drawing/2014/main" val="1828862484"/>
                    </a:ext>
                  </a:extLst>
                </a:gridCol>
                <a:gridCol w="1446288">
                  <a:extLst>
                    <a:ext uri="{9D8B030D-6E8A-4147-A177-3AD203B41FA5}">
                      <a16:colId xmlns:a16="http://schemas.microsoft.com/office/drawing/2014/main" val="4213553088"/>
                    </a:ext>
                  </a:extLst>
                </a:gridCol>
                <a:gridCol w="2146596">
                  <a:extLst>
                    <a:ext uri="{9D8B030D-6E8A-4147-A177-3AD203B41FA5}">
                      <a16:colId xmlns:a16="http://schemas.microsoft.com/office/drawing/2014/main" val="95198749"/>
                    </a:ext>
                  </a:extLst>
                </a:gridCol>
                <a:gridCol w="1522408">
                  <a:extLst>
                    <a:ext uri="{9D8B030D-6E8A-4147-A177-3AD203B41FA5}">
                      <a16:colId xmlns:a16="http://schemas.microsoft.com/office/drawing/2014/main" val="1757024739"/>
                    </a:ext>
                  </a:extLst>
                </a:gridCol>
                <a:gridCol w="1583305">
                  <a:extLst>
                    <a:ext uri="{9D8B030D-6E8A-4147-A177-3AD203B41FA5}">
                      <a16:colId xmlns:a16="http://schemas.microsoft.com/office/drawing/2014/main" val="1149985405"/>
                    </a:ext>
                  </a:extLst>
                </a:gridCol>
              </a:tblGrid>
              <a:tr h="357110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Position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Anstellungsart (VZ/TZ/Minijob)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Bruttogehalt (€)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Sozialabgaben AG-Anteil (€)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Gesamtkosten (€)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Kommentar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156052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01492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                VZ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2.800 €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584 €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3.384 €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815741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514115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B0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540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95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67246" y="722811"/>
            <a:ext cx="10276114" cy="1419498"/>
          </a:xfrm>
        </p:spPr>
        <p:txBody>
          <a:bodyPr>
            <a:normAutofit fontScale="90000"/>
          </a:bodyPr>
          <a:lstStyle/>
          <a:p>
            <a:r>
              <a:rPr lang="de-DE" sz="3600" dirty="0" smtClean="0"/>
              <a:t>DKL sucht </a:t>
            </a:r>
            <a:r>
              <a:rPr lang="de-DE" sz="3600" dirty="0"/>
              <a:t>gelernte/r Textil- und Modescheider/in </a:t>
            </a:r>
            <a:r>
              <a:rPr lang="de-DE" sz="3600" dirty="0" err="1"/>
              <a:t>in</a:t>
            </a:r>
            <a:r>
              <a:rPr lang="de-DE" sz="3600" dirty="0"/>
              <a:t> Vollzeit.</a:t>
            </a:r>
            <a:r>
              <a:rPr lang="de-DE" dirty="0"/>
              <a:t/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67246" y="1750423"/>
            <a:ext cx="10824754" cy="4702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200" b="1" dirty="0" smtClean="0"/>
              <a:t>Aufgaben:</a:t>
            </a:r>
          </a:p>
          <a:p>
            <a:pPr marL="0" indent="0">
              <a:buNone/>
            </a:pPr>
            <a:r>
              <a:rPr lang="de-DE" sz="2200" dirty="0"/>
              <a:t>Nähen von Einzelteilen der Tasche und das Zusammennähen der Taschen</a:t>
            </a:r>
          </a:p>
          <a:p>
            <a:pPr marL="0" indent="0">
              <a:buNone/>
            </a:pPr>
            <a:endParaRPr lang="de-DE" sz="2200" b="1" dirty="0" smtClean="0"/>
          </a:p>
          <a:p>
            <a:r>
              <a:rPr lang="de-DE" sz="2200" b="1" dirty="0" smtClean="0"/>
              <a:t>Was </a:t>
            </a:r>
            <a:r>
              <a:rPr lang="de-DE" sz="2200" b="1" dirty="0"/>
              <a:t>du mitbringen solltest:</a:t>
            </a:r>
            <a:endParaRPr lang="de-DE" sz="2200" dirty="0"/>
          </a:p>
          <a:p>
            <a:pPr lvl="0"/>
            <a:r>
              <a:rPr lang="de-DE" sz="2200" dirty="0"/>
              <a:t>Eine abgeschlossene Ausbildung als Näher/in oder Schneider/in</a:t>
            </a:r>
          </a:p>
          <a:p>
            <a:pPr lvl="0"/>
            <a:r>
              <a:rPr lang="de-DE" sz="2200" dirty="0"/>
              <a:t>Berufserfahrung im Nähen</a:t>
            </a:r>
          </a:p>
          <a:p>
            <a:pPr lvl="0"/>
            <a:r>
              <a:rPr lang="de-DE" sz="2200" dirty="0"/>
              <a:t>Erfahrungen im Umgang mit Industrienähmaschinen</a:t>
            </a:r>
          </a:p>
          <a:p>
            <a:pPr lvl="0"/>
            <a:r>
              <a:rPr lang="de-DE" sz="2200" dirty="0"/>
              <a:t>Eine selbstständige und sorgfältige Arbeitsweise, sowie hohes Qualitätsbewusstsein</a:t>
            </a:r>
          </a:p>
          <a:p>
            <a:pPr lvl="0"/>
            <a:r>
              <a:rPr lang="de-DE" sz="2200" dirty="0"/>
              <a:t>Freude im Umgang mit hochwertigen Textilien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176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84663" y="792481"/>
            <a:ext cx="9670191" cy="844730"/>
          </a:xfrm>
        </p:spPr>
        <p:txBody>
          <a:bodyPr>
            <a:normAutofit/>
          </a:bodyPr>
          <a:lstStyle/>
          <a:p>
            <a:r>
              <a:rPr lang="de-DE" dirty="0" smtClean="0"/>
              <a:t>Relevante Punkte zum Arbeitsvertrag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84663" y="2124891"/>
            <a:ext cx="10310948" cy="4052072"/>
          </a:xfrm>
        </p:spPr>
        <p:txBody>
          <a:bodyPr/>
          <a:lstStyle/>
          <a:p>
            <a:r>
              <a:rPr lang="de-DE" dirty="0" smtClean="0"/>
              <a:t>Arbeitszeiten: 06:00 Uhr – 14:30 Uhr</a:t>
            </a:r>
          </a:p>
          <a:p>
            <a:endParaRPr lang="de-DE" dirty="0" smtClean="0"/>
          </a:p>
          <a:p>
            <a:r>
              <a:rPr lang="de-DE" dirty="0" smtClean="0"/>
              <a:t>16,15 Euro Stundenlohn</a:t>
            </a:r>
          </a:p>
          <a:p>
            <a:endParaRPr lang="de-DE" dirty="0" smtClean="0"/>
          </a:p>
          <a:p>
            <a:r>
              <a:rPr lang="de-DE" dirty="0" smtClean="0"/>
              <a:t>Weihnachtsgeld zum 01. Dezember eines jeden Kalenderjahres</a:t>
            </a:r>
          </a:p>
          <a:p>
            <a:endParaRPr lang="de-DE" dirty="0" smtClean="0"/>
          </a:p>
          <a:p>
            <a:r>
              <a:rPr lang="de-DE" dirty="0" smtClean="0"/>
              <a:t>30 Urlaubstage pro Kalenderjahr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86186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TM10001114[[fn=Katalog]]</Template>
  <TotalTime>0</TotalTime>
  <Words>118</Words>
  <Application>Microsoft Office PowerPoint</Application>
  <PresentationFormat>Breitbild</PresentationFormat>
  <Paragraphs>31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Palatino Linotype</vt:lpstr>
      <vt:lpstr>Gallery</vt:lpstr>
      <vt:lpstr>Herzlich Willkommen Bei</vt:lpstr>
      <vt:lpstr>Personalkosten für einen Vollzeitangestellten</vt:lpstr>
      <vt:lpstr>DKL sucht gelernte/r Textil- und Modescheider/in in Vollzeit. </vt:lpstr>
      <vt:lpstr>Relevante Punkte zum Arbeitsvertrag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Herzlich Willkommen</dc:title>
  <dc:creator>TN</dc:creator>
  <cp:lastModifiedBy>TN</cp:lastModifiedBy>
  <cp:revision>15</cp:revision>
  <dcterms:created xsi:type="dcterms:W3CDTF">2026-02-23T11:49:59Z</dcterms:created>
  <dcterms:modified xsi:type="dcterms:W3CDTF">2026-02-25T08:44:24Z</dcterms:modified>
</cp:coreProperties>
</file>